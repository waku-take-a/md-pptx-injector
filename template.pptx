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20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EDD4C4-BF3E-D2FD-661A-8AFB68990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D4B04E-3583-CD17-EB4A-CD65F5665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D05CB5-32AD-12D2-2D26-1E52A99B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46E135D-915D-B9EE-17F2-470449BB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16F0F5-F901-DBB6-38A2-9ED38C9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21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B11C23-75C9-D1D0-A14F-85C7D7739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14DD97-961F-D0A9-71EE-84DEA9A03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0A3258-B461-32C5-BA67-A4625741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9ED7147-DCAD-3766-6C18-4EFA638D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80B5D7-6CDC-C3F2-F687-5DFB1C86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46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846739-4588-381D-D434-BFD8636C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05B37D-26D1-1816-3486-F33DE6B1A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A92191-3B28-00B8-AE50-4CC95AD7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35ECBC95-DABC-228D-245C-7D04D2C5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F58589-5961-1C4E-10DF-76C37C2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40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94D57-1E35-B7A9-1A9B-85DF23A6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228D8D-760A-BE62-F019-86AB8F62B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3DAC5E-C889-4236-78B2-6F448DD42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CC8D96-0909-D3AE-4A77-05E68289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E9DAC96E-9589-08CC-B323-7E010E18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582993-E841-B02E-45E3-40EB5D6E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4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FFCF1C-9D38-FA1F-0E3C-EB9979B19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198BE9-DACC-01F8-98E7-86C816B20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4802FA-16A3-5030-3467-4E295216C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B195C9-AC93-FDEC-1F20-053C626A1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F7FBC3E-CE46-2EF2-96B1-77EC5134C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176476-D21F-B1BA-968C-552D5D9A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AD47E58-5C84-4DEB-BD88-05C33FE2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25755E2-3060-3673-5F1F-479188D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7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3BEE5-2A80-8511-E940-7A61EE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C193FB-8174-48AB-9547-0622AD47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5D42DA4-E79B-BD07-60FC-4B1000EF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974E16-66CB-C6D9-7754-54DED82E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11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DED2BC-C15F-A308-9D67-A07554CA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B9FAEC6-248E-4008-68C6-F6F9DC8C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96C781-FCED-F468-C57B-0796D457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ADA2A-8E0D-8A9B-5589-E01C69B1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C0F754-AED7-AB8B-C6C4-06E381200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36DB715-2E9F-A7E2-D280-5BDFA71EB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F2774C-9D38-57E4-B542-9F0D759F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FE0F954C-83AB-12EB-BAF7-B27E1459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B4DC9E-852D-617B-30BA-D0397818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52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FA38F0-66DC-CB03-3AB2-2A877018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51B802A-D15C-3B3A-C6E2-68966F85C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64B457-90B1-43F1-252E-80CB03472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80D6E4-509E-9448-21F8-46937C0E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EA04A9E0-36E3-719A-E0F0-C563A6D3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B1D6C3-1131-04FA-D752-6EB34866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44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6B9E0-28CD-F013-B090-46727EAE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F875C8-3F7E-BB7D-0D79-38383BD51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5DF7C5-76B3-5DC3-481F-9BAB6022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0F45209B-4B59-F398-C91D-CD2504CC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6B51A6-FFDE-A1BC-5696-AB1BD618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09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8AA2CF-8956-5A1F-8F4F-A0F857007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310A3-AC3A-FAC7-82A7-0913985A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2EEAE0-3CE4-FB2A-899E-2337BC2F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A0AA7E20-B80F-45F1-069B-3410205A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4727ED-EEB4-FF89-8603-B9125B25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090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51CAF-02DC-9B0A-7AF3-D9386CFE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23A11C-1DB6-EAF8-D419-6F7F6562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910A737-1167-A23C-E687-2A76681B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1BC347-2731-03BB-CB84-77E59FBF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holder01">
            <a:extLst>
              <a:ext uri="{FF2B5EF4-FFF2-40B4-BE49-F238E27FC236}">
                <a16:creationId xmlns:a16="http://schemas.microsoft.com/office/drawing/2014/main" id="{C38CF6E5-C71D-E608-E1DD-BF766D5EAA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0249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holder02">
            <a:extLst>
              <a:ext uri="{FF2B5EF4-FFF2-40B4-BE49-F238E27FC236}">
                <a16:creationId xmlns:a16="http://schemas.microsoft.com/office/drawing/2014/main" id="{48C9F390-21FF-9E96-E33F-11C4840709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92179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holder03">
            <a:extLst>
              <a:ext uri="{FF2B5EF4-FFF2-40B4-BE49-F238E27FC236}">
                <a16:creationId xmlns:a16="http://schemas.microsoft.com/office/drawing/2014/main" id="{7DD8F526-8D3C-FEE4-776D-FA8DE806F07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4110" y="1884363"/>
            <a:ext cx="3407641" cy="154463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image01">
            <a:extLst>
              <a:ext uri="{FF2B5EF4-FFF2-40B4-BE49-F238E27FC236}">
                <a16:creationId xmlns:a16="http://schemas.microsoft.com/office/drawing/2014/main" id="{6ECF5D4E-16C2-D19F-8405-80DEC08C08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0250" y="3608388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5" name="image02">
            <a:extLst>
              <a:ext uri="{FF2B5EF4-FFF2-40B4-BE49-F238E27FC236}">
                <a16:creationId xmlns:a16="http://schemas.microsoft.com/office/drawing/2014/main" id="{2C2EA1EC-A9A9-94AC-365F-EB4247A2A92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92179" y="3604572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6" name="image03">
            <a:extLst>
              <a:ext uri="{FF2B5EF4-FFF2-40B4-BE49-F238E27FC236}">
                <a16:creationId xmlns:a16="http://schemas.microsoft.com/office/drawing/2014/main" id="{895C12AC-ED33-FEF4-2B47-8EE9A4EDBDF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54110" y="3604572"/>
            <a:ext cx="2259675" cy="22596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image01_caption">
            <a:extLst>
              <a:ext uri="{FF2B5EF4-FFF2-40B4-BE49-F238E27FC236}">
                <a16:creationId xmlns:a16="http://schemas.microsoft.com/office/drawing/2014/main" id="{18FFA1AB-59C0-DAFD-0936-3BA1C60B02A5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730248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image02_caption">
            <a:extLst>
              <a:ext uri="{FF2B5EF4-FFF2-40B4-BE49-F238E27FC236}">
                <a16:creationId xmlns:a16="http://schemas.microsoft.com/office/drawing/2014/main" id="{34C17DF1-815B-4AA7-44BE-35B18369D46A}"/>
              </a:ext>
            </a:extLst>
          </p:cNvPr>
          <p:cNvSpPr>
            <a:spLocks noGrp="1"/>
          </p:cNvSpPr>
          <p:nvPr>
            <p:ph orient="vert" sz="quarter" idx="20"/>
          </p:nvPr>
        </p:nvSpPr>
        <p:spPr>
          <a:xfrm>
            <a:off x="4392179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image03_caption">
            <a:extLst>
              <a:ext uri="{FF2B5EF4-FFF2-40B4-BE49-F238E27FC236}">
                <a16:creationId xmlns:a16="http://schemas.microsoft.com/office/drawing/2014/main" id="{874CF21B-AED8-FDFE-8C9B-CDA026D5113F}"/>
              </a:ext>
            </a:extLst>
          </p:cNvPr>
          <p:cNvSpPr>
            <a:spLocks noGrp="1"/>
          </p:cNvSpPr>
          <p:nvPr>
            <p:ph orient="vert" sz="quarter" idx="21"/>
          </p:nvPr>
        </p:nvSpPr>
        <p:spPr>
          <a:xfrm>
            <a:off x="8054110" y="5883275"/>
            <a:ext cx="3205647" cy="365125"/>
          </a:xfrm>
        </p:spPr>
        <p:txBody>
          <a:bodyPr vert="horz">
            <a:noAutofit/>
          </a:bodyPr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39805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BC7E28-FBFF-5052-10EC-BB2F5F60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B98236-8B2F-F5A9-F157-E8E37E3B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B80701BF-3A9D-C185-B4C1-BD3B29F9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48FFD4-9470-6AEA-3B34-A857B8C7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holder01">
            <a:extLst>
              <a:ext uri="{FF2B5EF4-FFF2-40B4-BE49-F238E27FC236}">
                <a16:creationId xmlns:a16="http://schemas.microsoft.com/office/drawing/2014/main" id="{AC27447F-468A-437E-DE42-F05A5732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9977" cy="447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holder02">
            <a:extLst>
              <a:ext uri="{FF2B5EF4-FFF2-40B4-BE49-F238E27FC236}">
                <a16:creationId xmlns:a16="http://schemas.microsoft.com/office/drawing/2014/main" id="{6A398969-D1F9-5F98-098F-DC2D05CFE4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3822" y="1825626"/>
            <a:ext cx="5119977" cy="447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43146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12C38A-38F0-9D64-7A56-21B11204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0288AB-FA73-7554-F7CC-807D7929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1E51FDAD-EA77-FA43-3F9A-2017D3E0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0AF597-10F0-4AAA-BFAA-96ADB9EC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able01">
            <a:extLst>
              <a:ext uri="{FF2B5EF4-FFF2-40B4-BE49-F238E27FC236}">
                <a16:creationId xmlns:a16="http://schemas.microsoft.com/office/drawing/2014/main" id="{A76139B6-23F8-DA1B-C97A-037DFD5C4D2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911350"/>
            <a:ext cx="10515600" cy="3306763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holder01">
            <a:extLst>
              <a:ext uri="{FF2B5EF4-FFF2-40B4-BE49-F238E27FC236}">
                <a16:creationId xmlns:a16="http://schemas.microsoft.com/office/drawing/2014/main" id="{2B0B61DC-E078-9E66-369C-B42799AA2A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5287963"/>
            <a:ext cx="10515600" cy="1001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9071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C5CDD4-3819-98E6-4BF1-4D47BE7B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72C3A-EB61-C1D5-B605-6D103D314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74E21-85D0-F680-C699-125F510577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A7829-2E26-4D96-B78C-4F14A9C51D3D}" type="datetimeFigureOut">
              <a:rPr kumimoji="1" lang="ja-JP" altLang="en-US" smtClean="0"/>
              <a:t>2026/2/25</a:t>
            </a:fld>
            <a:endParaRPr kumimoji="1" lang="ja-JP" alt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73A133D0-3BC0-3546-43E5-547E93AC0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6AF9D9-C153-6AEE-A65A-6DB479598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80D5E-5CE3-4690-8FEA-8F67D58815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90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FED6B-CEEF-C174-095A-3EF05F311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C97538-EFEB-599A-9648-77E412DFB4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28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nishida.takehito</dc:creator>
  <cp:lastModifiedBy>nishida.takehito</cp:lastModifiedBy>
  <cp:revision>14</cp:revision>
  <dcterms:created xsi:type="dcterms:W3CDTF">2026-02-12T05:47:51Z</dcterms:created>
  <dcterms:modified xsi:type="dcterms:W3CDTF">2026-02-25T01:51:51Z</dcterms:modified>
</cp:coreProperties>
</file>